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85" r:id="rId4"/>
    <p:sldId id="286" r:id="rId5"/>
    <p:sldId id="287" r:id="rId6"/>
    <p:sldId id="288" r:id="rId7"/>
    <p:sldId id="289" r:id="rId8"/>
    <p:sldId id="274" r:id="rId9"/>
    <p:sldId id="277" r:id="rId10"/>
    <p:sldId id="279" r:id="rId11"/>
    <p:sldId id="28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3AB445-B675-402B-A6E2-72A282406130}" v="8" dt="2026-05-05T16:53:07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anth MS" userId="4a1da7384bdf6771" providerId="LiveId" clId="{6BBF5F47-1542-433B-9F7F-B626029BC3C3}"/>
    <pc:docChg chg="undo redo custSel modSld">
      <pc:chgData name="Shamanth MS" userId="4a1da7384bdf6771" providerId="LiveId" clId="{6BBF5F47-1542-433B-9F7F-B626029BC3C3}" dt="2026-05-05T16:53:17.542" v="208" actId="14100"/>
      <pc:docMkLst>
        <pc:docMk/>
      </pc:docMkLst>
      <pc:sldChg chg="addSp delSp modSp mod">
        <pc:chgData name="Shamanth MS" userId="4a1da7384bdf6771" providerId="LiveId" clId="{6BBF5F47-1542-433B-9F7F-B626029BC3C3}" dt="2026-05-05T16:51:48.636" v="195" actId="2710"/>
        <pc:sldMkLst>
          <pc:docMk/>
          <pc:sldMk cId="0" sldId="256"/>
        </pc:sldMkLst>
        <pc:spChg chg="mod">
          <ac:chgData name="Shamanth MS" userId="4a1da7384bdf6771" providerId="LiveId" clId="{6BBF5F47-1542-433B-9F7F-B626029BC3C3}" dt="2026-05-05T16:49:04.782" v="129" actId="403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Shamanth MS" userId="4a1da7384bdf6771" providerId="LiveId" clId="{6BBF5F47-1542-433B-9F7F-B626029BC3C3}" dt="2026-05-05T16:51:48.636" v="195" actId="2710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Shamanth MS" userId="4a1da7384bdf6771" providerId="LiveId" clId="{6BBF5F47-1542-433B-9F7F-B626029BC3C3}" dt="2026-05-05T16:49:26.036" v="135" actId="1076"/>
          <ac:spMkLst>
            <pc:docMk/>
            <pc:sldMk cId="0" sldId="256"/>
            <ac:spMk id="10" creationId="{A2B338E6-42D6-3CDC-D47D-F7C4075AE47A}"/>
          </ac:spMkLst>
        </pc:spChg>
        <pc:spChg chg="add del mod">
          <ac:chgData name="Shamanth MS" userId="4a1da7384bdf6771" providerId="LiveId" clId="{6BBF5F47-1542-433B-9F7F-B626029BC3C3}" dt="2026-05-05T16:50:19.585" v="154" actId="1076"/>
          <ac:spMkLst>
            <pc:docMk/>
            <pc:sldMk cId="0" sldId="256"/>
            <ac:spMk id="11" creationId="{2DC02F61-2DB4-D61F-F6A0-E50268BF3A8E}"/>
          </ac:spMkLst>
        </pc:spChg>
      </pc:sldChg>
      <pc:sldChg chg="modSp mod">
        <pc:chgData name="Shamanth MS" userId="4a1da7384bdf6771" providerId="LiveId" clId="{6BBF5F47-1542-433B-9F7F-B626029BC3C3}" dt="2026-05-05T16:42:56.376" v="14" actId="20577"/>
        <pc:sldMkLst>
          <pc:docMk/>
          <pc:sldMk cId="902744906" sldId="277"/>
        </pc:sldMkLst>
        <pc:spChg chg="mod">
          <ac:chgData name="Shamanth MS" userId="4a1da7384bdf6771" providerId="LiveId" clId="{6BBF5F47-1542-433B-9F7F-B626029BC3C3}" dt="2026-05-05T16:42:56.376" v="14" actId="20577"/>
          <ac:spMkLst>
            <pc:docMk/>
            <pc:sldMk cId="902744906" sldId="277"/>
            <ac:spMk id="15" creationId="{00000000-0000-0000-0000-000000000000}"/>
          </ac:spMkLst>
        </pc:spChg>
      </pc:sldChg>
      <pc:sldChg chg="addSp modSp mod">
        <pc:chgData name="Shamanth MS" userId="4a1da7384bdf6771" providerId="LiveId" clId="{6BBF5F47-1542-433B-9F7F-B626029BC3C3}" dt="2026-05-05T16:53:17.542" v="208" actId="14100"/>
        <pc:sldMkLst>
          <pc:docMk/>
          <pc:sldMk cId="1594940670" sldId="278"/>
        </pc:sldMkLst>
        <pc:spChg chg="mod">
          <ac:chgData name="Shamanth MS" userId="4a1da7384bdf6771" providerId="LiveId" clId="{6BBF5F47-1542-433B-9F7F-B626029BC3C3}" dt="2026-05-05T16:53:07.291" v="206" actId="164"/>
          <ac:spMkLst>
            <pc:docMk/>
            <pc:sldMk cId="1594940670" sldId="278"/>
            <ac:spMk id="5" creationId="{E3940B94-B37D-2625-CC1A-70A21A0D563D}"/>
          </ac:spMkLst>
        </pc:spChg>
        <pc:spChg chg="mod">
          <ac:chgData name="Shamanth MS" userId="4a1da7384bdf6771" providerId="LiveId" clId="{6BBF5F47-1542-433B-9F7F-B626029BC3C3}" dt="2026-05-05T16:53:07.291" v="206" actId="164"/>
          <ac:spMkLst>
            <pc:docMk/>
            <pc:sldMk cId="1594940670" sldId="278"/>
            <ac:spMk id="6" creationId="{86976DF5-8913-1F55-AA5F-01BF355B9331}"/>
          </ac:spMkLst>
        </pc:spChg>
        <pc:spChg chg="mod">
          <ac:chgData name="Shamanth MS" userId="4a1da7384bdf6771" providerId="LiveId" clId="{6BBF5F47-1542-433B-9F7F-B626029BC3C3}" dt="2026-05-05T16:53:07.291" v="206" actId="164"/>
          <ac:spMkLst>
            <pc:docMk/>
            <pc:sldMk cId="1594940670" sldId="278"/>
            <ac:spMk id="7" creationId="{1512312E-C31A-C55E-BE55-3CFC00C785E4}"/>
          </ac:spMkLst>
        </pc:spChg>
        <pc:spChg chg="mod">
          <ac:chgData name="Shamanth MS" userId="4a1da7384bdf6771" providerId="LiveId" clId="{6BBF5F47-1542-433B-9F7F-B626029BC3C3}" dt="2026-05-05T16:53:07.291" v="206" actId="164"/>
          <ac:spMkLst>
            <pc:docMk/>
            <pc:sldMk cId="1594940670" sldId="278"/>
            <ac:spMk id="8" creationId="{020A1C4E-B44F-0BCB-E52F-77A78523BE65}"/>
          </ac:spMkLst>
        </pc:spChg>
        <pc:spChg chg="mod">
          <ac:chgData name="Shamanth MS" userId="4a1da7384bdf6771" providerId="LiveId" clId="{6BBF5F47-1542-433B-9F7F-B626029BC3C3}" dt="2026-05-05T16:53:07.291" v="206" actId="164"/>
          <ac:spMkLst>
            <pc:docMk/>
            <pc:sldMk cId="1594940670" sldId="278"/>
            <ac:spMk id="9" creationId="{D794C3B6-8074-8450-DC3E-990A916D3775}"/>
          </ac:spMkLst>
        </pc:spChg>
        <pc:spChg chg="add mod">
          <ac:chgData name="Shamanth MS" userId="4a1da7384bdf6771" providerId="LiveId" clId="{6BBF5F47-1542-433B-9F7F-B626029BC3C3}" dt="2026-05-05T16:52:46.111" v="201" actId="571"/>
          <ac:spMkLst>
            <pc:docMk/>
            <pc:sldMk cId="1594940670" sldId="278"/>
            <ac:spMk id="11" creationId="{8E22781F-34C7-E523-DC74-AA6577564BB4}"/>
          </ac:spMkLst>
        </pc:spChg>
        <pc:spChg chg="mod">
          <ac:chgData name="Shamanth MS" userId="4a1da7384bdf6771" providerId="LiveId" clId="{6BBF5F47-1542-433B-9F7F-B626029BC3C3}" dt="2026-05-05T16:52:49.275" v="202" actId="164"/>
          <ac:spMkLst>
            <pc:docMk/>
            <pc:sldMk cId="1594940670" sldId="278"/>
            <ac:spMk id="15" creationId="{5628551C-68A4-20B8-2CD0-7C33BCE4DB8B}"/>
          </ac:spMkLst>
        </pc:spChg>
        <pc:spChg chg="mod">
          <ac:chgData name="Shamanth MS" userId="4a1da7384bdf6771" providerId="LiveId" clId="{6BBF5F47-1542-433B-9F7F-B626029BC3C3}" dt="2026-05-05T16:52:49.275" v="202" actId="164"/>
          <ac:spMkLst>
            <pc:docMk/>
            <pc:sldMk cId="1594940670" sldId="278"/>
            <ac:spMk id="16" creationId="{10D23D93-695A-E183-8A48-EC45BCBDA3B2}"/>
          </ac:spMkLst>
        </pc:spChg>
        <pc:spChg chg="mod">
          <ac:chgData name="Shamanth MS" userId="4a1da7384bdf6771" providerId="LiveId" clId="{6BBF5F47-1542-433B-9F7F-B626029BC3C3}" dt="2026-05-05T16:52:49.275" v="202" actId="164"/>
          <ac:spMkLst>
            <pc:docMk/>
            <pc:sldMk cId="1594940670" sldId="278"/>
            <ac:spMk id="17" creationId="{09ADB977-4F8E-2CA2-DF2C-FA9216D4DF0C}"/>
          </ac:spMkLst>
        </pc:spChg>
        <pc:spChg chg="mod">
          <ac:chgData name="Shamanth MS" userId="4a1da7384bdf6771" providerId="LiveId" clId="{6BBF5F47-1542-433B-9F7F-B626029BC3C3}" dt="2026-05-05T16:52:49.275" v="202" actId="164"/>
          <ac:spMkLst>
            <pc:docMk/>
            <pc:sldMk cId="1594940670" sldId="278"/>
            <ac:spMk id="18" creationId="{E750FEB1-032C-E839-52E5-D1CAD2B8B2AD}"/>
          </ac:spMkLst>
        </pc:spChg>
        <pc:spChg chg="mod">
          <ac:chgData name="Shamanth MS" userId="4a1da7384bdf6771" providerId="LiveId" clId="{6BBF5F47-1542-433B-9F7F-B626029BC3C3}" dt="2026-05-05T16:52:49.275" v="202" actId="164"/>
          <ac:spMkLst>
            <pc:docMk/>
            <pc:sldMk cId="1594940670" sldId="278"/>
            <ac:spMk id="19" creationId="{A9FAF869-AE3B-A633-813E-519199CF1B4E}"/>
          </ac:spMkLst>
        </pc:spChg>
        <pc:spChg chg="mod">
          <ac:chgData name="Shamanth MS" userId="4a1da7384bdf6771" providerId="LiveId" clId="{6BBF5F47-1542-433B-9F7F-B626029BC3C3}" dt="2026-05-05T16:52:49.275" v="202" actId="164"/>
          <ac:spMkLst>
            <pc:docMk/>
            <pc:sldMk cId="1594940670" sldId="278"/>
            <ac:spMk id="20" creationId="{C0DEE69E-5991-6284-86BA-DB0E66AA4B52}"/>
          </ac:spMkLst>
        </pc:spChg>
        <pc:spChg chg="mod">
          <ac:chgData name="Shamanth MS" userId="4a1da7384bdf6771" providerId="LiveId" clId="{6BBF5F47-1542-433B-9F7F-B626029BC3C3}" dt="2026-05-05T16:52:49.275" v="202" actId="164"/>
          <ac:spMkLst>
            <pc:docMk/>
            <pc:sldMk cId="1594940670" sldId="278"/>
            <ac:spMk id="21" creationId="{235BB366-A025-2748-7CAD-D624D20B2928}"/>
          </ac:spMkLst>
        </pc:spChg>
        <pc:spChg chg="mod">
          <ac:chgData name="Shamanth MS" userId="4a1da7384bdf6771" providerId="LiveId" clId="{6BBF5F47-1542-433B-9F7F-B626029BC3C3}" dt="2026-05-05T16:52:49.275" v="202" actId="164"/>
          <ac:spMkLst>
            <pc:docMk/>
            <pc:sldMk cId="1594940670" sldId="278"/>
            <ac:spMk id="22" creationId="{517EF316-3624-B89F-1025-CD4BF5DE37D3}"/>
          </ac:spMkLst>
        </pc:spChg>
        <pc:spChg chg="mod">
          <ac:chgData name="Shamanth MS" userId="4a1da7384bdf6771" providerId="LiveId" clId="{6BBF5F47-1542-433B-9F7F-B626029BC3C3}" dt="2026-05-05T16:53:17.542" v="208" actId="14100"/>
          <ac:spMkLst>
            <pc:docMk/>
            <pc:sldMk cId="1594940670" sldId="278"/>
            <ac:spMk id="38" creationId="{00000000-0000-0000-0000-000000000000}"/>
          </ac:spMkLst>
        </pc:spChg>
        <pc:spChg chg="add mod">
          <ac:chgData name="Shamanth MS" userId="4a1da7384bdf6771" providerId="LiveId" clId="{6BBF5F47-1542-433B-9F7F-B626029BC3C3}" dt="2026-05-05T16:52:46.111" v="201" actId="571"/>
          <ac:spMkLst>
            <pc:docMk/>
            <pc:sldMk cId="1594940670" sldId="278"/>
            <ac:spMk id="39" creationId="{B2B12763-FC65-CBEE-865D-DC027B6F6E87}"/>
          </ac:spMkLst>
        </pc:spChg>
        <pc:spChg chg="add mod">
          <ac:chgData name="Shamanth MS" userId="4a1da7384bdf6771" providerId="LiveId" clId="{6BBF5F47-1542-433B-9F7F-B626029BC3C3}" dt="2026-05-05T16:52:46.111" v="201" actId="571"/>
          <ac:spMkLst>
            <pc:docMk/>
            <pc:sldMk cId="1594940670" sldId="278"/>
            <ac:spMk id="40" creationId="{3D032D6A-AA07-03A4-F02A-EF4629A35534}"/>
          </ac:spMkLst>
        </pc:spChg>
        <pc:spChg chg="add mod">
          <ac:chgData name="Shamanth MS" userId="4a1da7384bdf6771" providerId="LiveId" clId="{6BBF5F47-1542-433B-9F7F-B626029BC3C3}" dt="2026-05-05T16:52:46.111" v="201" actId="571"/>
          <ac:spMkLst>
            <pc:docMk/>
            <pc:sldMk cId="1594940670" sldId="278"/>
            <ac:spMk id="41" creationId="{1E71383D-C066-22BF-343D-1A9FE1E6152A}"/>
          </ac:spMkLst>
        </pc:spChg>
        <pc:spChg chg="add mod">
          <ac:chgData name="Shamanth MS" userId="4a1da7384bdf6771" providerId="LiveId" clId="{6BBF5F47-1542-433B-9F7F-B626029BC3C3}" dt="2026-05-05T16:52:46.111" v="201" actId="571"/>
          <ac:spMkLst>
            <pc:docMk/>
            <pc:sldMk cId="1594940670" sldId="278"/>
            <ac:spMk id="42" creationId="{441A075B-3132-D101-0EB7-2C245D31BAEC}"/>
          </ac:spMkLst>
        </pc:spChg>
        <pc:spChg chg="add mod">
          <ac:chgData name="Shamanth MS" userId="4a1da7384bdf6771" providerId="LiveId" clId="{6BBF5F47-1542-433B-9F7F-B626029BC3C3}" dt="2026-05-05T16:52:46.111" v="201" actId="571"/>
          <ac:spMkLst>
            <pc:docMk/>
            <pc:sldMk cId="1594940670" sldId="278"/>
            <ac:spMk id="43" creationId="{2CBE6F80-38EB-727C-3197-EB03E3F911FF}"/>
          </ac:spMkLst>
        </pc:spChg>
        <pc:spChg chg="add mod">
          <ac:chgData name="Shamanth MS" userId="4a1da7384bdf6771" providerId="LiveId" clId="{6BBF5F47-1542-433B-9F7F-B626029BC3C3}" dt="2026-05-05T16:52:46.111" v="201" actId="571"/>
          <ac:spMkLst>
            <pc:docMk/>
            <pc:sldMk cId="1594940670" sldId="278"/>
            <ac:spMk id="44" creationId="{38BDD765-09AD-49DF-B18D-8287AED5CFF8}"/>
          </ac:spMkLst>
        </pc:spChg>
        <pc:grpChg chg="mod">
          <ac:chgData name="Shamanth MS" userId="4a1da7384bdf6771" providerId="LiveId" clId="{6BBF5F47-1542-433B-9F7F-B626029BC3C3}" dt="2026-05-05T16:53:07.291" v="206" actId="164"/>
          <ac:grpSpMkLst>
            <pc:docMk/>
            <pc:sldMk cId="1594940670" sldId="278"/>
            <ac:grpSpMk id="2" creationId="{2014146A-0681-9087-71BB-466CADF1942A}"/>
          </ac:grpSpMkLst>
        </pc:grpChg>
        <pc:grpChg chg="mod">
          <ac:chgData name="Shamanth MS" userId="4a1da7384bdf6771" providerId="LiveId" clId="{6BBF5F47-1542-433B-9F7F-B626029BC3C3}" dt="2026-05-05T16:52:49.275" v="202" actId="164"/>
          <ac:grpSpMkLst>
            <pc:docMk/>
            <pc:sldMk cId="1594940670" sldId="278"/>
            <ac:grpSpMk id="12" creationId="{257E576F-4A36-3F86-C372-1E12BE57F0BA}"/>
          </ac:grpSpMkLst>
        </pc:grpChg>
        <pc:grpChg chg="add mod">
          <ac:chgData name="Shamanth MS" userId="4a1da7384bdf6771" providerId="LiveId" clId="{6BBF5F47-1542-433B-9F7F-B626029BC3C3}" dt="2026-05-05T16:52:59.133" v="205" actId="1076"/>
          <ac:grpSpMkLst>
            <pc:docMk/>
            <pc:sldMk cId="1594940670" sldId="278"/>
            <ac:grpSpMk id="45" creationId="{2EC64913-968F-E773-D918-0222638CB591}"/>
          </ac:grpSpMkLst>
        </pc:grpChg>
        <pc:grpChg chg="add mod">
          <ac:chgData name="Shamanth MS" userId="4a1da7384bdf6771" providerId="LiveId" clId="{6BBF5F47-1542-433B-9F7F-B626029BC3C3}" dt="2026-05-05T16:53:10.549" v="207" actId="1076"/>
          <ac:grpSpMkLst>
            <pc:docMk/>
            <pc:sldMk cId="1594940670" sldId="278"/>
            <ac:grpSpMk id="46" creationId="{612B3697-F6F2-FB8C-D4EC-8D26399739EF}"/>
          </ac:grpSpMkLst>
        </pc:grpChg>
      </pc:sldChg>
      <pc:sldChg chg="modSp mod">
        <pc:chgData name="Shamanth MS" userId="4a1da7384bdf6771" providerId="LiveId" clId="{6BBF5F47-1542-433B-9F7F-B626029BC3C3}" dt="2026-05-05T16:48:28.625" v="127" actId="113"/>
        <pc:sldMkLst>
          <pc:docMk/>
          <pc:sldMk cId="2941083635" sldId="279"/>
        </pc:sldMkLst>
        <pc:spChg chg="mod">
          <ac:chgData name="Shamanth MS" userId="4a1da7384bdf6771" providerId="LiveId" clId="{6BBF5F47-1542-433B-9F7F-B626029BC3C3}" dt="2026-05-05T16:43:35.193" v="17" actId="1076"/>
          <ac:spMkLst>
            <pc:docMk/>
            <pc:sldMk cId="2941083635" sldId="279"/>
            <ac:spMk id="4" creationId="{BB691050-48F1-14B2-75A0-870CDBFC3FFD}"/>
          </ac:spMkLst>
        </pc:spChg>
        <pc:spChg chg="mod">
          <ac:chgData name="Shamanth MS" userId="4a1da7384bdf6771" providerId="LiveId" clId="{6BBF5F47-1542-433B-9F7F-B626029BC3C3}" dt="2026-05-05T16:48:28.625" v="127" actId="113"/>
          <ac:spMkLst>
            <pc:docMk/>
            <pc:sldMk cId="2941083635" sldId="279"/>
            <ac:spMk id="5" creationId="{00000000-0000-0000-0000-000000000000}"/>
          </ac:spMkLst>
        </pc:spChg>
      </pc:sldChg>
      <pc:sldChg chg="modSp mod">
        <pc:chgData name="Shamanth MS" userId="4a1da7384bdf6771" providerId="LiveId" clId="{6BBF5F47-1542-433B-9F7F-B626029BC3C3}" dt="2026-05-05T16:44:19.243" v="20" actId="113"/>
        <pc:sldMkLst>
          <pc:docMk/>
          <pc:sldMk cId="1181243230" sldId="284"/>
        </pc:sldMkLst>
        <pc:spChg chg="mod">
          <ac:chgData name="Shamanth MS" userId="4a1da7384bdf6771" providerId="LiveId" clId="{6BBF5F47-1542-433B-9F7F-B626029BC3C3}" dt="2026-05-05T16:44:19.243" v="20" actId="113"/>
          <ac:spMkLst>
            <pc:docMk/>
            <pc:sldMk cId="1181243230" sldId="284"/>
            <ac:spMk id="6" creationId="{00000000-0000-0000-0000-000000000000}"/>
          </ac:spMkLst>
        </pc:spChg>
      </pc:sldChg>
      <pc:sldChg chg="modSp mod">
        <pc:chgData name="Shamanth MS" userId="4a1da7384bdf6771" providerId="LiveId" clId="{6BBF5F47-1542-433B-9F7F-B626029BC3C3}" dt="2026-05-05T16:46:23.451" v="95" actId="404"/>
        <pc:sldMkLst>
          <pc:docMk/>
          <pc:sldMk cId="4018756744" sldId="285"/>
        </pc:sldMkLst>
        <pc:spChg chg="mod">
          <ac:chgData name="Shamanth MS" userId="4a1da7384bdf6771" providerId="LiveId" clId="{6BBF5F47-1542-433B-9F7F-B626029BC3C3}" dt="2026-05-05T16:45:35.096" v="49" actId="1076"/>
          <ac:spMkLst>
            <pc:docMk/>
            <pc:sldMk cId="4018756744" sldId="285"/>
            <ac:spMk id="4" creationId="{1C35A992-0B11-E5E8-3902-3E0300770868}"/>
          </ac:spMkLst>
        </pc:spChg>
        <pc:graphicFrameChg chg="modGraphic">
          <ac:chgData name="Shamanth MS" userId="4a1da7384bdf6771" providerId="LiveId" clId="{6BBF5F47-1542-433B-9F7F-B626029BC3C3}" dt="2026-05-05T16:46:23.451" v="95" actId="404"/>
          <ac:graphicFrameMkLst>
            <pc:docMk/>
            <pc:sldMk cId="4018756744" sldId="285"/>
            <ac:graphicFrameMk id="2" creationId="{00000000-0000-0000-0000-000000000000}"/>
          </ac:graphicFrameMkLst>
        </pc:graphicFrameChg>
      </pc:sldChg>
      <pc:sldChg chg="modSp mod">
        <pc:chgData name="Shamanth MS" userId="4a1da7384bdf6771" providerId="LiveId" clId="{6BBF5F47-1542-433B-9F7F-B626029BC3C3}" dt="2026-05-05T16:46:58.371" v="103" actId="255"/>
        <pc:sldMkLst>
          <pc:docMk/>
          <pc:sldMk cId="2179194425" sldId="286"/>
        </pc:sldMkLst>
        <pc:graphicFrameChg chg="modGraphic">
          <ac:chgData name="Shamanth MS" userId="4a1da7384bdf6771" providerId="LiveId" clId="{6BBF5F47-1542-433B-9F7F-B626029BC3C3}" dt="2026-05-05T16:46:58.371" v="103" actId="255"/>
          <ac:graphicFrameMkLst>
            <pc:docMk/>
            <pc:sldMk cId="2179194425" sldId="286"/>
            <ac:graphicFrameMk id="2" creationId="{00000000-0000-0000-0000-000000000000}"/>
          </ac:graphicFrameMkLst>
        </pc:graphicFrameChg>
      </pc:sldChg>
      <pc:sldChg chg="modSp mod">
        <pc:chgData name="Shamanth MS" userId="4a1da7384bdf6771" providerId="LiveId" clId="{6BBF5F47-1542-433B-9F7F-B626029BC3C3}" dt="2026-05-05T16:47:21.255" v="112" actId="255"/>
        <pc:sldMkLst>
          <pc:docMk/>
          <pc:sldMk cId="3027415630" sldId="287"/>
        </pc:sldMkLst>
        <pc:graphicFrameChg chg="modGraphic">
          <ac:chgData name="Shamanth MS" userId="4a1da7384bdf6771" providerId="LiveId" clId="{6BBF5F47-1542-433B-9F7F-B626029BC3C3}" dt="2026-05-05T16:47:21.255" v="112" actId="255"/>
          <ac:graphicFrameMkLst>
            <pc:docMk/>
            <pc:sldMk cId="3027415630" sldId="287"/>
            <ac:graphicFrameMk id="2" creationId="{00000000-0000-0000-0000-000000000000}"/>
          </ac:graphicFrameMkLst>
        </pc:graphicFrameChg>
      </pc:sldChg>
      <pc:sldChg chg="modSp mod">
        <pc:chgData name="Shamanth MS" userId="4a1da7384bdf6771" providerId="LiveId" clId="{6BBF5F47-1542-433B-9F7F-B626029BC3C3}" dt="2026-05-05T16:47:40.227" v="118" actId="255"/>
        <pc:sldMkLst>
          <pc:docMk/>
          <pc:sldMk cId="1413934557" sldId="288"/>
        </pc:sldMkLst>
        <pc:graphicFrameChg chg="modGraphic">
          <ac:chgData name="Shamanth MS" userId="4a1da7384bdf6771" providerId="LiveId" clId="{6BBF5F47-1542-433B-9F7F-B626029BC3C3}" dt="2026-05-05T16:47:40.227" v="118" actId="255"/>
          <ac:graphicFrameMkLst>
            <pc:docMk/>
            <pc:sldMk cId="1413934557" sldId="288"/>
            <ac:graphicFrameMk id="2" creationId="{00000000-0000-0000-0000-000000000000}"/>
          </ac:graphicFrameMkLst>
        </pc:graphicFrameChg>
      </pc:sldChg>
      <pc:sldChg chg="modSp mod">
        <pc:chgData name="Shamanth MS" userId="4a1da7384bdf6771" providerId="LiveId" clId="{6BBF5F47-1542-433B-9F7F-B626029BC3C3}" dt="2026-05-05T16:47:58.373" v="124" actId="255"/>
        <pc:sldMkLst>
          <pc:docMk/>
          <pc:sldMk cId="963705390" sldId="289"/>
        </pc:sldMkLst>
        <pc:graphicFrameChg chg="modGraphic">
          <ac:chgData name="Shamanth MS" userId="4a1da7384bdf6771" providerId="LiveId" clId="{6BBF5F47-1542-433B-9F7F-B626029BC3C3}" dt="2026-05-05T16:47:58.373" v="124" actId="255"/>
          <ac:graphicFrameMkLst>
            <pc:docMk/>
            <pc:sldMk cId="963705390" sldId="289"/>
            <ac:graphicFrameMk id="2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98AB-B1BC-E90C-4370-B0BCF0A2C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B18BF-4848-A945-6FB7-3E8A97897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4D337-DD6A-F624-4E25-3A39265CB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B05D6-821A-4ECB-9351-01BB7FA4594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81157-3955-B572-D51D-170D6387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B3F3F-5E24-A533-270F-F349078C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4F1ED-C4B2-4CAD-96C6-93BFC97CC8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89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5E17B-EA6C-7B74-CA3C-FDB63966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07117-8660-6711-79C5-5F6077640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74890-634F-1FAA-112F-3911BA49C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B05D6-821A-4ECB-9351-01BB7FA4594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8E779-1DE3-CEB9-4513-587FBF997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EE073-02F6-B525-872A-0EA4E71D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4F1ED-C4B2-4CAD-96C6-93BFC97CC8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59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676EF-288C-7C10-4F34-5C4ED744C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DDD88-3DB7-BF71-D745-97A500F83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12C8B-109A-51A3-C812-19A2AB59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B05D6-821A-4ECB-9351-01BB7FA4594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B42BC-477F-C1A5-F289-272605EA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6293C-E630-8470-3351-41ABFEC37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4F1ED-C4B2-4CAD-96C6-93BFC97CC8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23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A4369-76E2-9407-CCDD-2B3F0A17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76E9-29C6-9C6E-AA61-E9A2D9FEF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D314C-143F-BD02-260F-AFA05A596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3260A-03E3-F919-F293-E7DA2B01D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B05D6-821A-4ECB-9351-01BB7FA4594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31D0A-EB03-F34D-CFAC-CFCF128C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8FD6D-4F65-0939-A4D7-AD8728706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4F1ED-C4B2-4CAD-96C6-93BFC97CC8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936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FF48B-075F-0466-B2AF-84059523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F40E5-AA30-DE21-F742-515412C15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38FE5-9A58-02A6-836F-BCB84B48D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DAE1E-891D-4C35-58B9-6AF43F0EE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225EB-0DB3-A7DD-FAC8-ACFA1E8A16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2A27DF-2FE4-2F71-9DE9-A4B4BBF07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B05D6-821A-4ECB-9351-01BB7FA4594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4974D-AC3A-F258-D461-371A7A26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F2A56-7881-AB58-2751-5BF810000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4F1ED-C4B2-4CAD-96C6-93BFC97CC8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28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DE446-0C55-B849-9CAF-758DBF160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5F7FE8-C5F0-019B-D050-06FDC3C66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B05D6-821A-4ECB-9351-01BB7FA4594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FC5C5-031E-76A9-DE03-9F5A04E7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3242F-1850-2339-E705-B8D69B0B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4F1ED-C4B2-4CAD-96C6-93BFC97CC8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909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58C5D-C711-01BF-5EEB-F8A5F763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B05D6-821A-4ECB-9351-01BB7FA4594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8E9E67-CA64-1EC8-C390-3EA433E1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3A359-072F-59B9-1682-7DB56DFF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4F1ED-C4B2-4CAD-96C6-93BFC97CC8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71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1B05-B01D-3338-16C8-2EE96B262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BA470-3533-9E80-EFB3-31D909781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C613F-3BFB-4FDF-5CD3-0844CD717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10B1C-DE32-5972-1583-40C45435D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B05D6-821A-4ECB-9351-01BB7FA4594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B201C-B296-A21C-3E57-BBCDD78F8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14E2B-D59B-BD79-46AF-7F7A0D502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4F1ED-C4B2-4CAD-96C6-93BFC97CC8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03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B327-2F92-C3AC-4AC0-09528907E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59D647-82D8-FE76-AC21-76A905163E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3C4C5F-94D4-D559-381C-8285AE777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63A60-EAC0-F1CB-38E6-6E5E2C27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B05D6-821A-4ECB-9351-01BB7FA4594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544E4-CF97-4331-9ACB-44E2F8FC5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A1D33-473A-01EE-AC81-71EDF508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4F1ED-C4B2-4CAD-96C6-93BFC97CC8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00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BFAA-5CF9-31A4-8E5B-824D81C3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34457-3C64-1979-0B3A-86CA34F3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F0C2C-A828-31D8-8816-FD98F37E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B05D6-821A-4ECB-9351-01BB7FA4594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1F4B-389A-09D2-82FD-0EF823F3D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B9B6E-BAB0-5CDB-09DA-D0F5C82E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4F1ED-C4B2-4CAD-96C6-93BFC97CC8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6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BC11B9-F90D-EE6E-00CF-1B21E2387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4F68B-03C5-3032-2282-9B5237316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9CFB3-D039-7297-187B-E6FADDBC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B05D6-821A-4ECB-9351-01BB7FA4594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7BC7B-F4A9-69E3-D450-CC5A454B0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A64E-B927-1434-7FA9-94B20C11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4F1ED-C4B2-4CAD-96C6-93BFC97CC8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83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8BA16-A143-3B73-C16C-6C7E0FE63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42BC9-676A-1E90-22B1-8E558A276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42B17-AC98-F3B4-20E5-B50963D36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B05D6-821A-4ECB-9351-01BB7FA45945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12148-B1AA-E062-D1FA-53229CBB4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CD4B6-FE86-4153-2477-568317E55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4F1ED-C4B2-4CAD-96C6-93BFC97CC8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00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5470" y="6023535"/>
            <a:ext cx="1187931" cy="1209929"/>
          </a:xfrm>
          <a:custGeom>
            <a:avLst/>
            <a:gdLst/>
            <a:ahLst/>
            <a:cxnLst/>
            <a:rect l="l" t="t" r="r" b="b"/>
            <a:pathLst>
              <a:path w="1781896" h="1814894">
                <a:moveTo>
                  <a:pt x="0" y="0"/>
                </a:moveTo>
                <a:lnTo>
                  <a:pt x="1781896" y="0"/>
                </a:lnTo>
                <a:lnTo>
                  <a:pt x="1781896" y="1814894"/>
                </a:lnTo>
                <a:lnTo>
                  <a:pt x="0" y="1814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83485" y="5598226"/>
            <a:ext cx="1308515" cy="1259774"/>
          </a:xfrm>
          <a:custGeom>
            <a:avLst/>
            <a:gdLst/>
            <a:ahLst/>
            <a:cxnLst/>
            <a:rect l="l" t="t" r="r" b="b"/>
            <a:pathLst>
              <a:path w="1962773" h="1889661">
                <a:moveTo>
                  <a:pt x="0" y="0"/>
                </a:moveTo>
                <a:lnTo>
                  <a:pt x="1962773" y="0"/>
                </a:lnTo>
                <a:lnTo>
                  <a:pt x="1962773" y="1889661"/>
                </a:lnTo>
                <a:lnTo>
                  <a:pt x="0" y="1889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1991784" cy="131786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637" b="-1505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18487" y="2421599"/>
            <a:ext cx="10207079" cy="63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559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Neuro-Symbolic 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2540" y="3805692"/>
            <a:ext cx="3215039" cy="79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sz="1767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TEAM MEMBERS</a:t>
            </a:r>
          </a:p>
          <a:p>
            <a:pPr algn="just">
              <a:lnSpc>
                <a:spcPts val="2473"/>
              </a:lnSpc>
              <a:spcBef>
                <a:spcPct val="0"/>
              </a:spcBef>
            </a:pPr>
            <a:endParaRPr lang="en-US" sz="1767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514218" y="3805693"/>
            <a:ext cx="3522069" cy="2495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8"/>
              </a:lnSpc>
            </a:pPr>
            <a:r>
              <a:rPr lang="en-US" sz="1766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UNDER THE GUIDANCE OF</a:t>
            </a:r>
            <a:endParaRPr lang="en-US" sz="1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ct val="200000"/>
              </a:lnSpc>
            </a:pPr>
            <a:r>
              <a:rPr lang="en-US" sz="176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Prof. Harshith V </a:t>
            </a:r>
          </a:p>
          <a:p>
            <a:pPr algn="ctr">
              <a:lnSpc>
                <a:spcPct val="150000"/>
              </a:lnSpc>
            </a:pPr>
            <a:r>
              <a:rPr lang="en-US" sz="176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Assistant Professor</a:t>
            </a:r>
          </a:p>
          <a:p>
            <a:pPr algn="ctr">
              <a:lnSpc>
                <a:spcPct val="200000"/>
              </a:lnSpc>
            </a:pPr>
            <a:r>
              <a:rPr lang="en-US" sz="176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Dept. of CSE(AI&amp;ML), VVCE</a:t>
            </a:r>
          </a:p>
          <a:p>
            <a:pPr algn="ctr">
              <a:lnSpc>
                <a:spcPts val="1961"/>
              </a:lnSpc>
            </a:pPr>
            <a:endParaRPr lang="en-US" sz="1766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ctr">
              <a:lnSpc>
                <a:spcPts val="1961"/>
              </a:lnSpc>
              <a:spcBef>
                <a:spcPct val="0"/>
              </a:spcBef>
            </a:pPr>
            <a:endParaRPr lang="en-US" sz="1766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455679" y="590550"/>
            <a:ext cx="7080427" cy="888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4"/>
              </a:lnSpc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Affiliated by VTU and approved by AICTE Accredited by NAAC &amp; NBA with ‘A’ grade</a:t>
            </a:r>
          </a:p>
          <a:p>
            <a:pPr algn="ctr">
              <a:lnSpc>
                <a:spcPts val="2394"/>
              </a:lnSpc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Gokulam 3rd stage, Mysuru , Karnataka.</a:t>
            </a:r>
          </a:p>
          <a:p>
            <a:pPr algn="ctr">
              <a:lnSpc>
                <a:spcPts val="2394"/>
              </a:lnSpc>
            </a:pPr>
            <a:endParaRPr lang="en-US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18486" y="1612289"/>
            <a:ext cx="10902384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7"/>
              </a:lnSpc>
            </a:pPr>
            <a:r>
              <a:rPr lang="en-US" sz="19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  Department: CSE(Artificial Engineering &amp; Machine Learning)</a:t>
            </a:r>
          </a:p>
          <a:p>
            <a:pPr algn="just">
              <a:lnSpc>
                <a:spcPts val="2707"/>
              </a:lnSpc>
              <a:spcBef>
                <a:spcPct val="0"/>
              </a:spcBef>
            </a:pPr>
            <a:endParaRPr lang="en-US" sz="1933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2B338E6-42D6-3CDC-D47D-F7C4075AE47A}"/>
              </a:ext>
            </a:extLst>
          </p:cNvPr>
          <p:cNvSpPr txBox="1"/>
          <p:nvPr/>
        </p:nvSpPr>
        <p:spPr>
          <a:xfrm>
            <a:off x="722540" y="4346609"/>
            <a:ext cx="5458782" cy="1814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DM Sans" pitchFamily="2" charset="0"/>
                <a:ea typeface="DM Sans Bold"/>
                <a:cs typeface="DM Sans Bold"/>
                <a:sym typeface="DM Sans Bold"/>
              </a:rPr>
              <a:t>Shamanth MS – 4VV23CI091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DM Sans" pitchFamily="2" charset="0"/>
                <a:ea typeface="DM Sans Bold"/>
                <a:cs typeface="DM Sans Bold"/>
                <a:sym typeface="DM Sans Bold"/>
              </a:rPr>
              <a:t>Shreyas J – 4VV23CI095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DM Sans" pitchFamily="2" charset="0"/>
                <a:ea typeface="DM Sans Bold"/>
                <a:cs typeface="DM Sans Bold"/>
                <a:sym typeface="DM Sans Bold"/>
              </a:rPr>
              <a:t>Mohammed Sami - 4VV24CI407</a:t>
            </a:r>
          </a:p>
          <a:p>
            <a:pPr marL="0" lvl="0" indent="0" algn="just">
              <a:lnSpc>
                <a:spcPts val="3710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8114E-9400-3116-6022-3BFA19CB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612B3697-F6F2-FB8C-D4EC-8D26399739EF}"/>
              </a:ext>
            </a:extLst>
          </p:cNvPr>
          <p:cNvGrpSpPr/>
          <p:nvPr/>
        </p:nvGrpSpPr>
        <p:grpSpPr>
          <a:xfrm>
            <a:off x="9300561" y="4158236"/>
            <a:ext cx="4411279" cy="5726312"/>
            <a:chOff x="8836369" y="3766351"/>
            <a:chExt cx="4411279" cy="5726312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2014146A-0681-9087-71BB-466CADF1942A}"/>
                </a:ext>
              </a:extLst>
            </p:cNvPr>
            <p:cNvGrpSpPr/>
            <p:nvPr/>
          </p:nvGrpSpPr>
          <p:grpSpPr>
            <a:xfrm rot="2700000">
              <a:off x="9587483" y="5049786"/>
              <a:ext cx="4943599" cy="2376730"/>
              <a:chOff x="0" y="0"/>
              <a:chExt cx="660400" cy="317500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DB6205D6-51A2-71E0-240F-6A12B5B31DF5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317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3175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8CA9AD"/>
                </a:solidFill>
                <a:prstDash val="solid"/>
                <a:miter/>
              </a:ln>
            </p:spPr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1548401D-0247-134C-4C15-9AF2A16A288F}"/>
                  </a:ext>
                </a:extLst>
              </p:cNvPr>
              <p:cNvSpPr txBox="1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02"/>
                  </a:lnSpc>
                </a:pPr>
                <a:endParaRPr sz="1200"/>
              </a:p>
            </p:txBody>
          </p:sp>
        </p:grp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E3940B94-B37D-2625-CC1A-70A21A0D563D}"/>
                </a:ext>
              </a:extLst>
            </p:cNvPr>
            <p:cNvSpPr/>
            <p:nvPr/>
          </p:nvSpPr>
          <p:spPr>
            <a:xfrm>
              <a:off x="9279073" y="5596153"/>
              <a:ext cx="3456811" cy="3421801"/>
            </a:xfrm>
            <a:prstGeom prst="line">
              <a:avLst/>
            </a:prstGeom>
            <a:ln w="28575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86976DF5-8913-1F55-AA5F-01BF355B9331}"/>
                </a:ext>
              </a:extLst>
            </p:cNvPr>
            <p:cNvSpPr/>
            <p:nvPr/>
          </p:nvSpPr>
          <p:spPr>
            <a:xfrm>
              <a:off x="9136443" y="5804604"/>
              <a:ext cx="3359235" cy="3359235"/>
            </a:xfrm>
            <a:prstGeom prst="line">
              <a:avLst/>
            </a:prstGeom>
            <a:ln w="28575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1512312E-C31A-C55E-BE55-3CFC00C785E4}"/>
                </a:ext>
              </a:extLst>
            </p:cNvPr>
            <p:cNvSpPr/>
            <p:nvPr/>
          </p:nvSpPr>
          <p:spPr>
            <a:xfrm>
              <a:off x="9016708" y="6043584"/>
              <a:ext cx="3244761" cy="3244761"/>
            </a:xfrm>
            <a:prstGeom prst="line">
              <a:avLst/>
            </a:prstGeom>
            <a:ln w="28575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020A1C4E-B44F-0BCB-E52F-77A78523BE65}"/>
                </a:ext>
              </a:extLst>
            </p:cNvPr>
            <p:cNvSpPr/>
            <p:nvPr/>
          </p:nvSpPr>
          <p:spPr>
            <a:xfrm>
              <a:off x="8932272" y="6301096"/>
              <a:ext cx="3127010" cy="3127010"/>
            </a:xfrm>
            <a:prstGeom prst="line">
              <a:avLst/>
            </a:prstGeom>
            <a:ln w="28575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D794C3B6-8074-8450-DC3E-990A916D3775}"/>
                </a:ext>
              </a:extLst>
            </p:cNvPr>
            <p:cNvSpPr/>
            <p:nvPr/>
          </p:nvSpPr>
          <p:spPr>
            <a:xfrm>
              <a:off x="8836369" y="6594214"/>
              <a:ext cx="2898449" cy="2898449"/>
            </a:xfrm>
            <a:prstGeom prst="line">
              <a:avLst/>
            </a:prstGeom>
            <a:ln w="28575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53BD0C9-892D-41FB-453A-D1AAF76FAA76}"/>
              </a:ext>
            </a:extLst>
          </p:cNvPr>
          <p:cNvSpPr txBox="1"/>
          <p:nvPr/>
        </p:nvSpPr>
        <p:spPr>
          <a:xfrm>
            <a:off x="2900295" y="484377"/>
            <a:ext cx="5986919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sz="5200" b="1" dirty="0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EC64913-968F-E773-D918-0222638CB591}"/>
              </a:ext>
            </a:extLst>
          </p:cNvPr>
          <p:cNvGrpSpPr/>
          <p:nvPr/>
        </p:nvGrpSpPr>
        <p:grpSpPr>
          <a:xfrm>
            <a:off x="-2084330" y="-3566713"/>
            <a:ext cx="4491825" cy="5780740"/>
            <a:chOff x="-1749254" y="-3345649"/>
            <a:chExt cx="4491825" cy="578074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57E576F-4A36-3F86-C372-1E12BE57F0BA}"/>
                </a:ext>
              </a:extLst>
            </p:cNvPr>
            <p:cNvGrpSpPr/>
            <p:nvPr/>
          </p:nvGrpSpPr>
          <p:grpSpPr>
            <a:xfrm rot="2700000">
              <a:off x="-917594" y="-2062214"/>
              <a:ext cx="4943599" cy="2376730"/>
              <a:chOff x="0" y="0"/>
              <a:chExt cx="660400" cy="3175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178DB27-9CBB-31AF-A8D6-5527DDB1BAA2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317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3175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8CA9AD"/>
                </a:solidFill>
                <a:prstDash val="solid"/>
                <a:miter/>
              </a:ln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05323F3-AA06-2238-A10F-7059E889D1C7}"/>
                  </a:ext>
                </a:extLst>
              </p:cNvPr>
              <p:cNvSpPr txBox="1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02"/>
                  </a:lnSpc>
                </a:pPr>
                <a:endParaRPr sz="1200"/>
              </a:p>
            </p:txBody>
          </p:sp>
        </p:grpSp>
        <p:sp>
          <p:nvSpPr>
            <p:cNvPr id="15" name="AutoShape 15">
              <a:extLst>
                <a:ext uri="{FF2B5EF4-FFF2-40B4-BE49-F238E27FC236}">
                  <a16:creationId xmlns:a16="http://schemas.microsoft.com/office/drawing/2014/main" id="{5628551C-68A4-20B8-2CD0-7C33BCE4DB8B}"/>
                </a:ext>
              </a:extLst>
            </p:cNvPr>
            <p:cNvSpPr/>
            <p:nvPr/>
          </p:nvSpPr>
          <p:spPr>
            <a:xfrm>
              <a:off x="-1226004" y="-1515847"/>
              <a:ext cx="3456811" cy="3421801"/>
            </a:xfrm>
            <a:prstGeom prst="line">
              <a:avLst/>
            </a:prstGeom>
            <a:ln w="28575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" name="AutoShape 16">
              <a:extLst>
                <a:ext uri="{FF2B5EF4-FFF2-40B4-BE49-F238E27FC236}">
                  <a16:creationId xmlns:a16="http://schemas.microsoft.com/office/drawing/2014/main" id="{10D23D93-695A-E183-8A48-EC45BCBDA3B2}"/>
                </a:ext>
              </a:extLst>
            </p:cNvPr>
            <p:cNvSpPr/>
            <p:nvPr/>
          </p:nvSpPr>
          <p:spPr>
            <a:xfrm>
              <a:off x="-1368634" y="-1307396"/>
              <a:ext cx="3359235" cy="3359235"/>
            </a:xfrm>
            <a:prstGeom prst="line">
              <a:avLst/>
            </a:prstGeom>
            <a:ln w="28575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09ADB977-4F8E-2CA2-DF2C-FA9216D4DF0C}"/>
                </a:ext>
              </a:extLst>
            </p:cNvPr>
            <p:cNvSpPr/>
            <p:nvPr/>
          </p:nvSpPr>
          <p:spPr>
            <a:xfrm>
              <a:off x="-1488369" y="-1068417"/>
              <a:ext cx="3244761" cy="3244761"/>
            </a:xfrm>
            <a:prstGeom prst="line">
              <a:avLst/>
            </a:prstGeom>
            <a:ln w="28575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" name="AutoShape 18">
              <a:extLst>
                <a:ext uri="{FF2B5EF4-FFF2-40B4-BE49-F238E27FC236}">
                  <a16:creationId xmlns:a16="http://schemas.microsoft.com/office/drawing/2014/main" id="{E750FEB1-032C-E839-52E5-D1CAD2B8B2AD}"/>
                </a:ext>
              </a:extLst>
            </p:cNvPr>
            <p:cNvSpPr/>
            <p:nvPr/>
          </p:nvSpPr>
          <p:spPr>
            <a:xfrm>
              <a:off x="-1572805" y="-810904"/>
              <a:ext cx="3127010" cy="3127010"/>
            </a:xfrm>
            <a:prstGeom prst="line">
              <a:avLst/>
            </a:prstGeom>
            <a:ln w="28575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A9FAF869-AE3B-A633-813E-519199CF1B4E}"/>
                </a:ext>
              </a:extLst>
            </p:cNvPr>
            <p:cNvSpPr/>
            <p:nvPr/>
          </p:nvSpPr>
          <p:spPr>
            <a:xfrm>
              <a:off x="-1668708" y="-517787"/>
              <a:ext cx="2898449" cy="2898449"/>
            </a:xfrm>
            <a:prstGeom prst="line">
              <a:avLst/>
            </a:prstGeom>
            <a:ln w="28575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" name="AutoShape 20">
              <a:extLst>
                <a:ext uri="{FF2B5EF4-FFF2-40B4-BE49-F238E27FC236}">
                  <a16:creationId xmlns:a16="http://schemas.microsoft.com/office/drawing/2014/main" id="{C0DEE69E-5991-6284-86BA-DB0E66AA4B52}"/>
                </a:ext>
              </a:extLst>
            </p:cNvPr>
            <p:cNvSpPr/>
            <p:nvPr/>
          </p:nvSpPr>
          <p:spPr>
            <a:xfrm>
              <a:off x="-1749254" y="-221972"/>
              <a:ext cx="2642399" cy="2657063"/>
            </a:xfrm>
            <a:prstGeom prst="line">
              <a:avLst/>
            </a:prstGeom>
            <a:ln w="28575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" name="AutoShape 21">
              <a:extLst>
                <a:ext uri="{FF2B5EF4-FFF2-40B4-BE49-F238E27FC236}">
                  <a16:creationId xmlns:a16="http://schemas.microsoft.com/office/drawing/2014/main" id="{235BB366-A025-2748-7CAD-D624D20B2928}"/>
                </a:ext>
              </a:extLst>
            </p:cNvPr>
            <p:cNvSpPr/>
            <p:nvPr/>
          </p:nvSpPr>
          <p:spPr>
            <a:xfrm>
              <a:off x="-1732076" y="152451"/>
              <a:ext cx="2251657" cy="2240039"/>
            </a:xfrm>
            <a:prstGeom prst="line">
              <a:avLst/>
            </a:prstGeom>
            <a:ln w="28575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" name="AutoShape 22">
              <a:extLst>
                <a:ext uri="{FF2B5EF4-FFF2-40B4-BE49-F238E27FC236}">
                  <a16:creationId xmlns:a16="http://schemas.microsoft.com/office/drawing/2014/main" id="{517EF316-3624-B89F-1025-CD4BF5DE37D3}"/>
                </a:ext>
              </a:extLst>
            </p:cNvPr>
            <p:cNvSpPr/>
            <p:nvPr/>
          </p:nvSpPr>
          <p:spPr>
            <a:xfrm>
              <a:off x="-1673198" y="603840"/>
              <a:ext cx="1752399" cy="1781313"/>
            </a:xfrm>
            <a:prstGeom prst="line">
              <a:avLst/>
            </a:prstGeom>
            <a:ln w="28575" cap="flat">
              <a:solidFill>
                <a:srgbClr val="8CA9AD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1DAE888E-FB6E-B3B3-8977-864191175BD5}"/>
              </a:ext>
            </a:extLst>
          </p:cNvPr>
          <p:cNvSpPr/>
          <p:nvPr/>
        </p:nvSpPr>
        <p:spPr>
          <a:xfrm>
            <a:off x="11469461" y="-36739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D52EDDB1-6260-C7AA-937F-D16A574FDCE1}"/>
              </a:ext>
            </a:extLst>
          </p:cNvPr>
          <p:cNvSpPr/>
          <p:nvPr/>
        </p:nvSpPr>
        <p:spPr>
          <a:xfrm>
            <a:off x="11336743" y="5437693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C8D0C0B0-17E3-0625-7D9D-B8FB4A9B9E81}"/>
              </a:ext>
            </a:extLst>
          </p:cNvPr>
          <p:cNvSpPr/>
          <p:nvPr/>
        </p:nvSpPr>
        <p:spPr>
          <a:xfrm rot="5400000">
            <a:off x="685801" y="-36739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8397BF53-4CBA-7153-D690-2E61E6BE5748}"/>
              </a:ext>
            </a:extLst>
          </p:cNvPr>
          <p:cNvSpPr/>
          <p:nvPr/>
        </p:nvSpPr>
        <p:spPr>
          <a:xfrm>
            <a:off x="11773139" y="129458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D13A465A-BE1B-0B8A-44E9-6F73CC02DC28}"/>
              </a:ext>
            </a:extLst>
          </p:cNvPr>
          <p:cNvSpPr/>
          <p:nvPr/>
        </p:nvSpPr>
        <p:spPr>
          <a:xfrm rot="5400000" flipH="1" flipV="1">
            <a:off x="11506201" y="685801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EFFB21AE-2F4E-538B-75CE-0EF5B189685C}"/>
              </a:ext>
            </a:extLst>
          </p:cNvPr>
          <p:cNvSpPr/>
          <p:nvPr/>
        </p:nvSpPr>
        <p:spPr>
          <a:xfrm rot="-10800000">
            <a:off x="685801" y="666751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BC37DF0C-839D-8B36-D709-5E71AEEC4C3E}"/>
              </a:ext>
            </a:extLst>
          </p:cNvPr>
          <p:cNvSpPr/>
          <p:nvPr/>
        </p:nvSpPr>
        <p:spPr>
          <a:xfrm rot="5400000" flipH="1" flipV="1">
            <a:off x="-36739" y="603841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4BAA60C6-A33F-7CF5-F440-22E2550F2332}"/>
              </a:ext>
            </a:extLst>
          </p:cNvPr>
          <p:cNvSpPr/>
          <p:nvPr/>
        </p:nvSpPr>
        <p:spPr>
          <a:xfrm rot="-10800000" flipH="1" flipV="1">
            <a:off x="-36739" y="-55789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D6BB6A50-9D97-F071-8B31-92D180518979}"/>
              </a:ext>
            </a:extLst>
          </p:cNvPr>
          <p:cNvSpPr/>
          <p:nvPr/>
        </p:nvSpPr>
        <p:spPr>
          <a:xfrm>
            <a:off x="11830731" y="560677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5DA245D9-0573-BC97-BA03-F690751A1012}"/>
              </a:ext>
            </a:extLst>
          </p:cNvPr>
          <p:cNvSpPr/>
          <p:nvPr/>
        </p:nvSpPr>
        <p:spPr>
          <a:xfrm>
            <a:off x="1" y="5437693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28B0D89B-BF97-7BD3-C594-F180A77BC68D}"/>
              </a:ext>
            </a:extLst>
          </p:cNvPr>
          <p:cNvSpPr/>
          <p:nvPr/>
        </p:nvSpPr>
        <p:spPr>
          <a:xfrm rot="-10800000">
            <a:off x="1" y="6160233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0C2B6F9B-791D-2BFB-7CCE-76D3A1193D76}"/>
              </a:ext>
            </a:extLst>
          </p:cNvPr>
          <p:cNvSpPr/>
          <p:nvPr/>
        </p:nvSpPr>
        <p:spPr>
          <a:xfrm rot="-5400000">
            <a:off x="10614204" y="5443335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ADF4C4AF-2351-1F95-FEAC-B50E04140459}"/>
              </a:ext>
            </a:extLst>
          </p:cNvPr>
          <p:cNvSpPr/>
          <p:nvPr/>
        </p:nvSpPr>
        <p:spPr>
          <a:xfrm rot="-10800000">
            <a:off x="10614204" y="6135461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6819C788-3BB1-51CE-EC72-17CB69DD0923}"/>
              </a:ext>
            </a:extLst>
          </p:cNvPr>
          <p:cNvSpPr/>
          <p:nvPr/>
        </p:nvSpPr>
        <p:spPr>
          <a:xfrm rot="5400000">
            <a:off x="11336743" y="6135461"/>
            <a:ext cx="722539" cy="72253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4">
            <a:extLst>
              <a:ext uri="{FF2B5EF4-FFF2-40B4-BE49-F238E27FC236}">
                <a16:creationId xmlns:a16="http://schemas.microsoft.com/office/drawing/2014/main" id="{EC83DD6D-C7AE-1AB6-555A-1C250D817C34}"/>
              </a:ext>
            </a:extLst>
          </p:cNvPr>
          <p:cNvSpPr/>
          <p:nvPr/>
        </p:nvSpPr>
        <p:spPr>
          <a:xfrm>
            <a:off x="10816060" y="5892052"/>
            <a:ext cx="1334118" cy="95326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36332" t="-3636" b="-15051"/>
            </a:stretch>
          </a:blipFill>
        </p:spPr>
      </p:sp>
      <p:sp>
        <p:nvSpPr>
          <p:cNvPr id="38" name="TextBox 37"/>
          <p:cNvSpPr txBox="1"/>
          <p:nvPr/>
        </p:nvSpPr>
        <p:spPr>
          <a:xfrm>
            <a:off x="1655525" y="1649475"/>
            <a:ext cx="9319949" cy="41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latin typeface="Times New Roman"/>
              </a:defRPr>
            </a:pPr>
            <a:r>
              <a:rPr dirty="0"/>
              <a:t>The Hallucination Problem in LLMs</a:t>
            </a:r>
          </a:p>
          <a:p>
            <a:pPr>
              <a:spcAft>
                <a:spcPts val="1000"/>
              </a:spcAft>
              <a:defRPr sz="1600">
                <a:latin typeface="Times New Roman"/>
              </a:defRPr>
            </a:pPr>
            <a:r>
              <a:rPr dirty="0"/>
              <a:t>Why current reasoning architectures fall short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dirty="0"/>
              <a:t>• </a:t>
            </a:r>
            <a:r>
              <a:rPr b="1" dirty="0"/>
              <a:t>Fluency without reliability</a:t>
            </a:r>
            <a:r>
              <a:rPr dirty="0"/>
              <a:t>: LLMs generate grammatically correct but factually wrong outputs during multi-step reasoning tasks, with no internal verification mechanism.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dirty="0"/>
              <a:t>• </a:t>
            </a:r>
            <a:r>
              <a:rPr b="1" dirty="0"/>
              <a:t>Absent cognitive control</a:t>
            </a:r>
            <a:r>
              <a:rPr dirty="0"/>
              <a:t>: Current models lack System 2 deliberate reasoning — there is no symbolic controller enforcing logical consistency step by step.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dirty="0"/>
              <a:t>• </a:t>
            </a:r>
            <a:r>
              <a:rPr b="1" dirty="0"/>
              <a:t>No working memory</a:t>
            </a:r>
            <a:r>
              <a:rPr dirty="0"/>
              <a:t>: Without goal-tracking buffers, LLMs lose context mid-reasoning, leading to drift, repetition, and contradictory conclusions.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dirty="0"/>
              <a:t>• </a:t>
            </a:r>
            <a:r>
              <a:rPr b="1" dirty="0"/>
              <a:t>Unconstrained decoding</a:t>
            </a:r>
            <a:r>
              <a:rPr dirty="0"/>
              <a:t>: Token generation is probabilistic and unstructured — outputs are never validated against formal rules before being presented to the user.</a:t>
            </a:r>
          </a:p>
          <a:p>
            <a:pPr>
              <a:spcAft>
                <a:spcPts val="1000"/>
              </a:spcAft>
              <a:defRPr sz="2000" b="1">
                <a:latin typeface="Times New Roman"/>
              </a:defRPr>
            </a:pPr>
            <a:r>
              <a:rPr dirty="0"/>
              <a:t>This project proposes a Neuro-Symbolic System-2 Architecture integrating ACT-R with an LLM to address these foundational limitations.</a:t>
            </a:r>
          </a:p>
        </p:txBody>
      </p:sp>
    </p:spTree>
    <p:extLst>
      <p:ext uri="{BB962C8B-B14F-4D97-AF65-F5344CB8AC3E}">
        <p14:creationId xmlns:p14="http://schemas.microsoft.com/office/powerpoint/2010/main" val="1594940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35A992-0B11-E5E8-3902-3E0300770868}"/>
              </a:ext>
            </a:extLst>
          </p:cNvPr>
          <p:cNvSpPr txBox="1"/>
          <p:nvPr/>
        </p:nvSpPr>
        <p:spPr>
          <a:xfrm>
            <a:off x="2270551" y="280256"/>
            <a:ext cx="8101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938869"/>
              </p:ext>
            </p:extLst>
          </p:nvPr>
        </p:nvGraphicFramePr>
        <p:xfrm>
          <a:off x="206478" y="1373530"/>
          <a:ext cx="11729883" cy="492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56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56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966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and 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 and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Garcez et al.,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Neural-Symbolic Learning and Reasoning: A Survey and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neural-symbolic systems combining learning and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Bridges neural learning with symbolic reasoning and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explainability and better generalization through symbolic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methods remain difficult to scale to complex real-world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&amp; Srikumar,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Augmenting Neural Networks with First-order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Compiles logical statements into computation 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prediction with declarative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performance in low-data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carefully designed logic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 et al.,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Chain-of-Thought Prompting Elicits Reasoning in Large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Few-shot chain-of-thought prompting with intermediate reasoning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multi-step reasoning in arithmetic, commonsense, and symbolic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Strongly boosts reasoning performance; simple to apply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prompt quality and still may produce incorrect reasoning paths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Self-Consistency Improves Chain of Thought Reasoning in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Samples multiple reasoning paths and selects the most consistent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errors caused by greedy decoding in CoT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accuracy and more stable answers on reasoning 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multiple generations, so inference cost is 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Yao et al.,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ReAct: Synergizing Reasoning and Acting in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Interleaves reasoning traces with actions in an agent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reasoning with external actions for better task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interpretable than action-only agents; improves decision-making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vulnerable to reasoning mistakes and action 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Yao et al.,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 of Thoughts: Deliberate Problem Solving with Large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Tree-search-style reasoning over intermediate thoughts with self-evaluation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tasks needing planning, lookahead, and backtracking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deeper deliberation and global search over reasoning paths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computationally expensive than linear prompting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756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35A992-0B11-E5E8-3902-3E0300770868}"/>
              </a:ext>
            </a:extLst>
          </p:cNvPr>
          <p:cNvSpPr txBox="1"/>
          <p:nvPr/>
        </p:nvSpPr>
        <p:spPr>
          <a:xfrm>
            <a:off x="2270551" y="280256"/>
            <a:ext cx="8101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585009"/>
              </p:ext>
            </p:extLst>
          </p:nvPr>
        </p:nvGraphicFramePr>
        <p:xfrm>
          <a:off x="206478" y="1373530"/>
          <a:ext cx="11729883" cy="4686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56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56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9666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and 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 and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Towards Integrating Cognitive Architectures and Large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ACT-R cognitive architecture with LLMs in a neuro-symbolic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Addresses hallucination and grounding issues in grounded decision-making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alignment with cognitive control; better grounded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ACT-R integration is task-specific and less flexible than pure LLM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Plaat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Multi-Step Reasoning with Large Language Models, a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prompt-based multi-step reasoning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Organizes methods for generating, evaluating, and controlling reasoning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Useful taxonomy for understanding reasoning 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a survey, so it does not propose a single new reasoning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2 Reasoning via Symbolic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Logic-based pruning of LLM output tokens using SAT solvers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Fixes statistical errors in mathematical and legal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Guarantees logical consistency in final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predefined formal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Anderson &amp; Bothell,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Modernizing ACT-R for the Generative 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Interfaces ACT-R buffers with LLM declarative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Addresses the frozen knowledge problem in LLMs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Allows real-time symbolic updates without 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mapping between tokens and symbols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Laird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Cognitive Architectures for Neuro-Symbolic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cognitive architecture combining symbolic control with neural representations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goal persistence and structured decision-making in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working-memory style control for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integration complexity and possible latency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Ritter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Cognitive Biases in LLMs vs. Symbolic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analysis of System 1 and System 2 error 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Studies logical fallacies and sycophancy in LLMs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failure points in transformer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Pure symbolic systems are brittle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194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35A992-0B11-E5E8-3902-3E0300770868}"/>
              </a:ext>
            </a:extLst>
          </p:cNvPr>
          <p:cNvSpPr txBox="1"/>
          <p:nvPr/>
        </p:nvSpPr>
        <p:spPr>
          <a:xfrm>
            <a:off x="2270551" y="280256"/>
            <a:ext cx="8101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420770"/>
              </p:ext>
            </p:extLst>
          </p:nvPr>
        </p:nvGraphicFramePr>
        <p:xfrm>
          <a:off x="206478" y="1373530"/>
          <a:ext cx="11729883" cy="4496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56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56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9666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and 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 and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Smith,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Verifiable Reasoning in Neuro-Symbolic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Formal verification with theorem provers integrated into LLM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Makes reasoning auditable step by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Produces machine-readable proof traces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Extremely slow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IBM Research,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 Neural Networks (LNNs)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Constrains neural weights with first-order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Resolves conflicts in large-scale knowledge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express uncertainty and logic together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Harder to apply to unconstrained natural 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Laird and Lebiere,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Bridging Generative Networks with the Common Model of 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Reformulates ACT-R-style cognition with generative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cognitive modeling with modern neural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Useful for human-like architecture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conceptual and architecture-heavy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Sarker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of Neurosymbolic Visual Reasoning with Scene Graphs and Common Sense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neuro-symbolic reasoning using scene graphs and commonsense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structured visual reasoning with symbolic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interpretability and structured reasoning in multimodal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visual reasoning; direct transfer to text-only LLM reasoning is 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Mitigating Reasoning Hallucination through Multi-agent Collaborative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cross-examination and experience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reasoning hallucinations during decision-making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agents improve answer selection and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 agent rounds increase complexity and system overhead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HaluSearch authors,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Mitigating Hallucinations via Dual Process of Fast and Slow Thinking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 search-based slow thinking with dynamic switching between fast and slow modes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Mitigates hallucinations during inference by deliberate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Fine-grained step-wise reasoning helps reduce error accumulation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Search-based inference can be slower and costlier than direct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415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35A992-0B11-E5E8-3902-3E0300770868}"/>
              </a:ext>
            </a:extLst>
          </p:cNvPr>
          <p:cNvSpPr txBox="1"/>
          <p:nvPr/>
        </p:nvSpPr>
        <p:spPr>
          <a:xfrm>
            <a:off x="2270551" y="280256"/>
            <a:ext cx="8101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954877"/>
              </p:ext>
            </p:extLst>
          </p:nvPr>
        </p:nvGraphicFramePr>
        <p:xfrm>
          <a:off x="206478" y="1373530"/>
          <a:ext cx="11729883" cy="4496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56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56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9666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and 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 and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Large Language Models through Neuro-Symbolic Ontological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Maps language to logical forms, checks against ontology, and feeds back corrections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consistency and reliability of LLM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structured verification and correction of factual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good ontology coverage and domain constraints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Sarker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Neurosymbolic Framework for Explaining LLM Hallucinations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Extracts entities and relations, then verifies them with symbolic reasoning and NLI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and explains hallucinations in generated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contrastive explanations and better 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best in grounded or closed-domain settings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Kossen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 Inference and ACT-R in LLMs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Bayesian filtering with symbolic cognitive controllers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hallucinations in multi-step planning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Enforces verifiable state transitions between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to scale to open-domain prompts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DeepMind,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Dual-Process Theory in Artificial General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Controller-executor architecture using reinforcement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strategy-heavy reasoning and planning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Separates high-level planning from low-level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overhead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Bengio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Path to System 2 AI: World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Latent variable models with symbolic world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causality and mental simulation before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Promotes planning in latent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Architecturally complex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of Reasoning Large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reasoning-oriented LLM architectures and training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Summarizes the evolution of reasoning LLMs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Useful for literature framing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paper, not a new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934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35A992-0B11-E5E8-3902-3E0300770868}"/>
              </a:ext>
            </a:extLst>
          </p:cNvPr>
          <p:cNvSpPr txBox="1"/>
          <p:nvPr/>
        </p:nvSpPr>
        <p:spPr>
          <a:xfrm>
            <a:off x="2270551" y="280256"/>
            <a:ext cx="8101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812357"/>
              </p:ext>
            </p:extLst>
          </p:nvPr>
        </p:nvGraphicFramePr>
        <p:xfrm>
          <a:off x="206478" y="1373530"/>
          <a:ext cx="11729883" cy="455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56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56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9666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and 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 and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Mitigating Hallucination in Large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hallucination mitigation methods and reasoning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Explains how reasoning helps suppress hallucinations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overview of open-domain and reasoning-based 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survey; not directly implementation-focused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Mitigating Spatial Hallucination in LLMs for Path Planning via Prompt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Step-by-step reasoning with action-value consideration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spatial hallucination in planning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path-level decision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prompt-dependent and task-specific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Vemula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Neuro-Symbolic Legal Reasoning: A Practical Framework for Ethical AI in 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Neuro-symbolic legal reasoning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ethical and auditable legal decision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Transparent and domain-grounded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Domain-specific and not fully 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Tiwari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Neuro-Symbolic AI is the Answer to LLMs' Inability to Stop Hallucinating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symbolic reasoning with neural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Discusses hallucination reduction through hybrid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conceptual support for neuro-symbolic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Commentary-style source, not an original benchmark paper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Lamba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Hallucinations in Scholarly LLMs: A Conceptual Overview and Taxonomy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Conceptual taxonomy of hallucinations in scholarly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Classifies types of hallucination in scholarly LLM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Helpful for framing the 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Conceptual overview rather than experimental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777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Zhao et al.,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ACT-R Driven Prompt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cognitive buffers to select better few-shot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prompt sensitivity and inconsistent agent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Standardizes the thought process across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by the LLM context window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705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35A992-0B11-E5E8-3902-3E0300770868}"/>
              </a:ext>
            </a:extLst>
          </p:cNvPr>
          <p:cNvSpPr txBox="1"/>
          <p:nvPr/>
        </p:nvSpPr>
        <p:spPr>
          <a:xfrm>
            <a:off x="2270551" y="280256"/>
            <a:ext cx="8101780" cy="707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5189"/>
              </a:lnSpc>
              <a:defRPr sz="5189" b="1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</a:defRPr>
            </a:lvl1pPr>
          </a:lstStyle>
          <a:p>
            <a:r>
              <a:rPr lang="en-IN" dirty="0"/>
              <a:t>Research Gaps Identified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4C9F1B35-F8D2-6B04-1852-1A8A1C317AAA}"/>
              </a:ext>
            </a:extLst>
          </p:cNvPr>
          <p:cNvSpPr/>
          <p:nvPr/>
        </p:nvSpPr>
        <p:spPr>
          <a:xfrm>
            <a:off x="10816060" y="5892052"/>
            <a:ext cx="1334118" cy="95326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6332" t="-3636" b="-15051"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latin typeface="Times New Roman"/>
              </a:defRPr>
            </a:pPr>
            <a:r>
              <a:t>What the Literature Leaves Unanswered</a:t>
            </a:r>
          </a:p>
          <a:p>
            <a:pPr>
              <a:spcAft>
                <a:spcPts val="1000"/>
              </a:spcAft>
              <a:defRPr sz="1600">
                <a:latin typeface="Times New Roman"/>
              </a:defRPr>
            </a:pPr>
            <a:r>
              <a:t>Six critical gaps motivating this research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t>• Gap 1 — No real-time symbolic validation: Existing LLM pipelines do not validate intermediate reasoning steps using formal symbolic rules; errors propagate silently through the chain.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t>• Gap 2 — Cognitive architecture under-utilized: ACT-R has been theorized for LLM integration but no practical hybrid system with constrained decoding has been implemented and benchmarked.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t>• Gap 3 — Working memory absent in LLMs: Current CoT and ReAct approaches lack persistent goal-tracking memory buffers, causing reasoning drift in long multi-step tasks.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t>• Gap 4 — Hallucination benchmarks are shallow: Most evaluations measure final answer accuracy, not step-level logical consistency — hiding errors within the reasoning chain.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t>• Gap 5 — No dual-process feedback loop: Fast System 1 (neural) outputs are never corrected by a slow System 2 (symbolic) loop in existing deployed systems.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t>• Gap 6 — Domain transfer not addressed: Neuro-symbolic systems demonstrated in narrow domains (legal, visual) have not been generalized to open-domain multi-step QA.</a:t>
            </a:r>
          </a:p>
        </p:txBody>
      </p:sp>
    </p:spTree>
    <p:extLst>
      <p:ext uri="{BB962C8B-B14F-4D97-AF65-F5344CB8AC3E}">
        <p14:creationId xmlns:p14="http://schemas.microsoft.com/office/powerpoint/2010/main" val="2891381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C8291-E9AE-7C43-12A0-6801A8014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97A9AB-FFE3-2978-19CF-3118A294333B}"/>
              </a:ext>
            </a:extLst>
          </p:cNvPr>
          <p:cNvGrpSpPr/>
          <p:nvPr/>
        </p:nvGrpSpPr>
        <p:grpSpPr>
          <a:xfrm>
            <a:off x="-264368" y="5121244"/>
            <a:ext cx="716127" cy="2929766"/>
            <a:chOff x="0" y="0"/>
            <a:chExt cx="282915" cy="115743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63DC71-7065-63CA-8448-399DDBF80C13}"/>
                </a:ext>
              </a:extLst>
            </p:cNvPr>
            <p:cNvSpPr/>
            <p:nvPr/>
          </p:nvSpPr>
          <p:spPr>
            <a:xfrm>
              <a:off x="0" y="0"/>
              <a:ext cx="282915" cy="1157438"/>
            </a:xfrm>
            <a:custGeom>
              <a:avLst/>
              <a:gdLst/>
              <a:ahLst/>
              <a:cxnLst/>
              <a:rect l="l" t="t" r="r" b="b"/>
              <a:pathLst>
                <a:path w="282915" h="1157438">
                  <a:moveTo>
                    <a:pt x="141457" y="0"/>
                  </a:moveTo>
                  <a:lnTo>
                    <a:pt x="141457" y="0"/>
                  </a:lnTo>
                  <a:cubicBezTo>
                    <a:pt x="219582" y="0"/>
                    <a:pt x="282915" y="63333"/>
                    <a:pt x="282915" y="141457"/>
                  </a:cubicBezTo>
                  <a:lnTo>
                    <a:pt x="282915" y="1015981"/>
                  </a:lnTo>
                  <a:cubicBezTo>
                    <a:pt x="282915" y="1094106"/>
                    <a:pt x="219582" y="1157438"/>
                    <a:pt x="141457" y="1157438"/>
                  </a:cubicBezTo>
                  <a:lnTo>
                    <a:pt x="141457" y="1157438"/>
                  </a:lnTo>
                  <a:cubicBezTo>
                    <a:pt x="63333" y="1157438"/>
                    <a:pt x="0" y="1094106"/>
                    <a:pt x="0" y="1015981"/>
                  </a:cubicBezTo>
                  <a:lnTo>
                    <a:pt x="0" y="141457"/>
                  </a:lnTo>
                  <a:cubicBezTo>
                    <a:pt x="0" y="63333"/>
                    <a:pt x="63333" y="0"/>
                    <a:pt x="141457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DE897EE-093F-5E00-5AFF-922DDBAF0DDE}"/>
                </a:ext>
              </a:extLst>
            </p:cNvPr>
            <p:cNvSpPr txBox="1"/>
            <p:nvPr/>
          </p:nvSpPr>
          <p:spPr>
            <a:xfrm>
              <a:off x="0" y="19050"/>
              <a:ext cx="282915" cy="113838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02"/>
                </a:lnSpc>
              </a:pPr>
              <a:endParaRPr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E8D12AE-A9C0-5AB4-0FAB-7123A7EDBBF3}"/>
              </a:ext>
            </a:extLst>
          </p:cNvPr>
          <p:cNvGrpSpPr/>
          <p:nvPr/>
        </p:nvGrpSpPr>
        <p:grpSpPr>
          <a:xfrm>
            <a:off x="11632030" y="-1266566"/>
            <a:ext cx="716127" cy="2929766"/>
            <a:chOff x="0" y="0"/>
            <a:chExt cx="282915" cy="1157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AB4229-E66A-90D3-378D-36F31CD63863}"/>
                </a:ext>
              </a:extLst>
            </p:cNvPr>
            <p:cNvSpPr/>
            <p:nvPr/>
          </p:nvSpPr>
          <p:spPr>
            <a:xfrm>
              <a:off x="0" y="0"/>
              <a:ext cx="282915" cy="1157438"/>
            </a:xfrm>
            <a:custGeom>
              <a:avLst/>
              <a:gdLst/>
              <a:ahLst/>
              <a:cxnLst/>
              <a:rect l="l" t="t" r="r" b="b"/>
              <a:pathLst>
                <a:path w="282915" h="1157438">
                  <a:moveTo>
                    <a:pt x="141457" y="0"/>
                  </a:moveTo>
                  <a:lnTo>
                    <a:pt x="141457" y="0"/>
                  </a:lnTo>
                  <a:cubicBezTo>
                    <a:pt x="219582" y="0"/>
                    <a:pt x="282915" y="63333"/>
                    <a:pt x="282915" y="141457"/>
                  </a:cubicBezTo>
                  <a:lnTo>
                    <a:pt x="282915" y="1015981"/>
                  </a:lnTo>
                  <a:cubicBezTo>
                    <a:pt x="282915" y="1094106"/>
                    <a:pt x="219582" y="1157438"/>
                    <a:pt x="141457" y="1157438"/>
                  </a:cubicBezTo>
                  <a:lnTo>
                    <a:pt x="141457" y="1157438"/>
                  </a:lnTo>
                  <a:cubicBezTo>
                    <a:pt x="63333" y="1157438"/>
                    <a:pt x="0" y="1094106"/>
                    <a:pt x="0" y="1015981"/>
                  </a:cubicBezTo>
                  <a:lnTo>
                    <a:pt x="0" y="141457"/>
                  </a:lnTo>
                  <a:cubicBezTo>
                    <a:pt x="0" y="63333"/>
                    <a:pt x="63333" y="0"/>
                    <a:pt x="141457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A0359B9-F637-6438-70CA-2B49968AC94B}"/>
                </a:ext>
              </a:extLst>
            </p:cNvPr>
            <p:cNvSpPr txBox="1"/>
            <p:nvPr/>
          </p:nvSpPr>
          <p:spPr>
            <a:xfrm>
              <a:off x="0" y="19050"/>
              <a:ext cx="282915" cy="113838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02"/>
                </a:lnSpc>
              </a:pPr>
              <a:endParaRPr sz="1200"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585DB66-C610-BA36-9F92-61422C664CFF}"/>
              </a:ext>
            </a:extLst>
          </p:cNvPr>
          <p:cNvSpPr/>
          <p:nvPr/>
        </p:nvSpPr>
        <p:spPr>
          <a:xfrm>
            <a:off x="-2373293" y="-1625296"/>
            <a:ext cx="3371748" cy="2918095"/>
          </a:xfrm>
          <a:custGeom>
            <a:avLst/>
            <a:gdLst/>
            <a:ahLst/>
            <a:cxnLst/>
            <a:rect l="l" t="t" r="r" b="b"/>
            <a:pathLst>
              <a:path w="5057622" h="4377142">
                <a:moveTo>
                  <a:pt x="0" y="0"/>
                </a:moveTo>
                <a:lnTo>
                  <a:pt x="5057622" y="0"/>
                </a:lnTo>
                <a:lnTo>
                  <a:pt x="5057622" y="4377142"/>
                </a:lnTo>
                <a:lnTo>
                  <a:pt x="0" y="43771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51D55DC-3E45-A0BE-7A92-615988F5242A}"/>
              </a:ext>
            </a:extLst>
          </p:cNvPr>
          <p:cNvSpPr/>
          <p:nvPr/>
        </p:nvSpPr>
        <p:spPr>
          <a:xfrm>
            <a:off x="11031762" y="4196997"/>
            <a:ext cx="3371748" cy="2918095"/>
          </a:xfrm>
          <a:custGeom>
            <a:avLst/>
            <a:gdLst/>
            <a:ahLst/>
            <a:cxnLst/>
            <a:rect l="l" t="t" r="r" b="b"/>
            <a:pathLst>
              <a:path w="5057622" h="4377142">
                <a:moveTo>
                  <a:pt x="0" y="0"/>
                </a:moveTo>
                <a:lnTo>
                  <a:pt x="5057622" y="0"/>
                </a:lnTo>
                <a:lnTo>
                  <a:pt x="5057622" y="4377142"/>
                </a:lnTo>
                <a:lnTo>
                  <a:pt x="0" y="43771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70FF8BA3-70DB-C6AF-470E-9303746C5FE7}"/>
              </a:ext>
            </a:extLst>
          </p:cNvPr>
          <p:cNvSpPr/>
          <p:nvPr/>
        </p:nvSpPr>
        <p:spPr>
          <a:xfrm>
            <a:off x="10869788" y="5904740"/>
            <a:ext cx="1334118" cy="95326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6332" t="-3636" b="-15051"/>
            </a:stretch>
          </a:blipFill>
        </p:spPr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BADB53D-C6B0-E809-9FF1-B97F821A0141}"/>
              </a:ext>
            </a:extLst>
          </p:cNvPr>
          <p:cNvSpPr txBox="1"/>
          <p:nvPr/>
        </p:nvSpPr>
        <p:spPr>
          <a:xfrm>
            <a:off x="2757792" y="127165"/>
            <a:ext cx="6676418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9"/>
              </a:lnSpc>
            </a:pPr>
            <a:r>
              <a:rPr lang="en-US" sz="5189" b="1" dirty="0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Finalized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371600"/>
            <a:ext cx="11274552" cy="4498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latin typeface="Times New Roman"/>
              </a:defRPr>
            </a:pPr>
            <a:r>
              <a:rPr dirty="0"/>
              <a:t>Research Objectives</a:t>
            </a:r>
          </a:p>
          <a:p>
            <a:pPr>
              <a:spcAft>
                <a:spcPts val="1000"/>
              </a:spcAft>
              <a:defRPr sz="1600">
                <a:latin typeface="Times New Roman"/>
              </a:defRPr>
            </a:pPr>
            <a:r>
              <a:rPr dirty="0"/>
              <a:t>Six measurable goals driving system design and evaluation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dirty="0"/>
              <a:t>•  Hybrid Architecture Design: Combine LLM (System 1 fast reasoning) with ACT-R (System 2 symbolic controller) in a unified inference pipeline.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dirty="0"/>
              <a:t>•  Constrained Decoding: Implement constrained decoding mechanisms that enforce structured, logically valid token outputs at each reasoning step.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dirty="0"/>
              <a:t>•  Working Memory Buffers: Introduce ACT-R-style goal and declarative memory buffers for persistent context and goal tracking across reasoning steps.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dirty="0"/>
              <a:t>•  Symbolic Rule Validation: Validate each intermediate reasoning step using formal symbolic production rules before proceeding to the next step.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dirty="0"/>
              <a:t>•  Benchmarking: Benchmark the proposed system against Chain-of-Thought, Self-Consistency, and Tree of Thoughts on standard reasoning datasets.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dirty="0"/>
              <a:t>•  Hallucination Reduction: Achieve a measurable reduction in hallucination rate in multi-step reasoning tasks compared to baseline LLM-only approaches.</a:t>
            </a:r>
          </a:p>
        </p:txBody>
      </p:sp>
    </p:spTree>
    <p:extLst>
      <p:ext uri="{BB962C8B-B14F-4D97-AF65-F5344CB8AC3E}">
        <p14:creationId xmlns:p14="http://schemas.microsoft.com/office/powerpoint/2010/main" val="902744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A6CF0-CDAE-87DB-96B9-FE5B7588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691050-48F1-14B2-75A0-870CDBFC3FFD}"/>
              </a:ext>
            </a:extLst>
          </p:cNvPr>
          <p:cNvSpPr txBox="1"/>
          <p:nvPr/>
        </p:nvSpPr>
        <p:spPr>
          <a:xfrm>
            <a:off x="2290216" y="154966"/>
            <a:ext cx="8101780" cy="707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5189"/>
              </a:lnSpc>
              <a:defRPr sz="5189" b="1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</a:defRPr>
            </a:lvl1pPr>
          </a:lstStyle>
          <a:p>
            <a:r>
              <a:rPr lang="en-IN" dirty="0"/>
              <a:t>Proposed Methodology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D786F7A0-F39E-5D31-E7FE-5AA4B1A67E5E}"/>
              </a:ext>
            </a:extLst>
          </p:cNvPr>
          <p:cNvSpPr/>
          <p:nvPr/>
        </p:nvSpPr>
        <p:spPr>
          <a:xfrm>
            <a:off x="10816060" y="5892052"/>
            <a:ext cx="1334118" cy="95326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6332" t="-3636" b="-15051"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576712" y="1156576"/>
            <a:ext cx="11274552" cy="5688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latin typeface="Times New Roman"/>
              </a:defRPr>
            </a:pPr>
            <a:r>
              <a:rPr dirty="0"/>
              <a:t>System Design &amp; Implementation Plan</a:t>
            </a:r>
          </a:p>
          <a:p>
            <a:pPr>
              <a:spcAft>
                <a:spcPts val="1000"/>
              </a:spcAft>
              <a:defRPr sz="1600">
                <a:latin typeface="Times New Roman"/>
              </a:defRPr>
            </a:pPr>
            <a:r>
              <a:rPr sz="1400" dirty="0"/>
              <a:t>Five-phase methodology for building the Neuro-Symbolic System-2 Architecture</a:t>
            </a:r>
          </a:p>
          <a:p>
            <a:pPr>
              <a:spcAft>
                <a:spcPts val="1000"/>
              </a:spcAft>
              <a:defRPr sz="2000" b="1">
                <a:latin typeface="Times New Roman"/>
              </a:defRPr>
            </a:pPr>
            <a:r>
              <a:rPr dirty="0"/>
              <a:t>Architecture overview:</a:t>
            </a:r>
          </a:p>
          <a:p>
            <a:pPr>
              <a:spcAft>
                <a:spcPts val="1000"/>
              </a:spcAft>
              <a:defRPr sz="1600">
                <a:latin typeface="Times New Roman"/>
              </a:defRPr>
            </a:pPr>
            <a:r>
              <a:rPr sz="1400" dirty="0"/>
              <a:t>User Query → LLM (System 1) → ACT-R Controller → Rule Validation → Verified Output</a:t>
            </a:r>
          </a:p>
          <a:p>
            <a:pPr>
              <a:spcAft>
                <a:spcPts val="1000"/>
              </a:spcAft>
              <a:defRPr sz="2000" b="1">
                <a:latin typeface="Times New Roman"/>
              </a:defRPr>
            </a:pPr>
            <a:r>
              <a:rPr dirty="0"/>
              <a:t>Phase-wise execution: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sz="1400" dirty="0"/>
              <a:t>• </a:t>
            </a:r>
            <a:r>
              <a:rPr sz="1400" b="1" dirty="0"/>
              <a:t>Phase 1 </a:t>
            </a:r>
            <a:r>
              <a:rPr sz="1400" dirty="0"/>
              <a:t>— Baseline Setup: Fine-tune or prompt-engineer a base LLM (e.g., </a:t>
            </a:r>
            <a:r>
              <a:rPr sz="1400" dirty="0" err="1"/>
              <a:t>LLaMA</a:t>
            </a:r>
            <a:r>
              <a:rPr sz="1400" dirty="0"/>
              <a:t> 3 / GPT-4) on multi-step reasoning datasets (GSM8K, </a:t>
            </a:r>
            <a:r>
              <a:rPr sz="1400" dirty="0" err="1"/>
              <a:t>StrategyQA</a:t>
            </a:r>
            <a:r>
              <a:rPr sz="1400" dirty="0"/>
              <a:t>, </a:t>
            </a:r>
            <a:r>
              <a:rPr sz="1400" dirty="0" err="1"/>
              <a:t>HotpotQA</a:t>
            </a:r>
            <a:r>
              <a:rPr sz="1400" dirty="0"/>
              <a:t>). Establish baseline hallucination rates using step-level annotation.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sz="1400" dirty="0"/>
              <a:t>• </a:t>
            </a:r>
            <a:r>
              <a:rPr sz="1400" b="1" dirty="0"/>
              <a:t>Phase 2 </a:t>
            </a:r>
            <a:r>
              <a:rPr sz="1400" dirty="0"/>
              <a:t>— ACT-R Controller Integration: Implement ACT-R cognitive buffers (Goal Buffer, Declarative Memory, Procedural Memory) as a Python module interfacing with the LLM inference loop via API hooks.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sz="1400" dirty="0"/>
              <a:t>• </a:t>
            </a:r>
            <a:r>
              <a:rPr sz="1400" b="1" dirty="0"/>
              <a:t>Phase 3 </a:t>
            </a:r>
            <a:r>
              <a:rPr sz="1400" dirty="0"/>
              <a:t>— Constrained Decoding Layer: Design production rules in symbolic form (IF-THEN logic) that intercept and constrain LLM token generation, rejecting logically invalid reasoning tokens before output.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sz="1400" dirty="0"/>
              <a:t>• </a:t>
            </a:r>
            <a:r>
              <a:rPr sz="1400" b="1" dirty="0"/>
              <a:t>Phase 4 </a:t>
            </a:r>
            <a:r>
              <a:rPr sz="1400" dirty="0"/>
              <a:t>— Working Memory Integration: Attach goal-tracking buffers to maintain sub-goals and completed steps across the full reasoning chain, feeding context back into each LLM generation call.</a:t>
            </a:r>
          </a:p>
          <a:p>
            <a:pPr lvl="1">
              <a:spcAft>
                <a:spcPts val="1000"/>
              </a:spcAft>
              <a:defRPr sz="1600">
                <a:latin typeface="Times New Roman"/>
              </a:defRPr>
            </a:pPr>
            <a:r>
              <a:rPr sz="1400" dirty="0"/>
              <a:t>• </a:t>
            </a:r>
            <a:r>
              <a:rPr sz="1400" b="1" dirty="0"/>
              <a:t>Phase 5 </a:t>
            </a:r>
            <a:r>
              <a:rPr sz="1400" dirty="0"/>
              <a:t>— Evaluation &amp; Benchmarking: Compare against </a:t>
            </a:r>
            <a:r>
              <a:rPr sz="1400" dirty="0" err="1"/>
              <a:t>CoT</a:t>
            </a:r>
            <a:r>
              <a:rPr sz="1400" dirty="0"/>
              <a:t>, Self-Consistency, </a:t>
            </a:r>
            <a:r>
              <a:rPr sz="1400" dirty="0" err="1"/>
              <a:t>ToT</a:t>
            </a:r>
            <a:r>
              <a:rPr sz="1400" dirty="0"/>
              <a:t>, and </a:t>
            </a:r>
            <a:r>
              <a:rPr sz="1400" dirty="0" err="1"/>
              <a:t>ReAct</a:t>
            </a:r>
            <a:r>
              <a:rPr sz="1400" dirty="0"/>
              <a:t> on accuracy, step-level hallucination rate, and reasoning consistency using automated evaluation metrics.</a:t>
            </a:r>
          </a:p>
          <a:p>
            <a:pPr>
              <a:spcAft>
                <a:spcPts val="1000"/>
              </a:spcAft>
              <a:defRPr sz="2000" b="1">
                <a:latin typeface="Times New Roman"/>
              </a:defRPr>
            </a:pPr>
            <a:r>
              <a:rPr dirty="0"/>
              <a:t>Evaluation datasets:</a:t>
            </a:r>
          </a:p>
          <a:p>
            <a:pPr>
              <a:spcAft>
                <a:spcPts val="1000"/>
              </a:spcAft>
              <a:defRPr sz="1600">
                <a:latin typeface="Times New Roman"/>
              </a:defRPr>
            </a:pPr>
            <a:r>
              <a:rPr sz="1400" dirty="0"/>
              <a:t>GSM8K (math), </a:t>
            </a:r>
            <a:r>
              <a:rPr sz="1400" dirty="0" err="1"/>
              <a:t>StrategyQA</a:t>
            </a:r>
            <a:r>
              <a:rPr sz="1400" dirty="0"/>
              <a:t> (commonsense), </a:t>
            </a:r>
            <a:r>
              <a:rPr sz="1400" dirty="0" err="1"/>
              <a:t>HotpotQA</a:t>
            </a:r>
            <a:r>
              <a:rPr sz="1400" dirty="0"/>
              <a:t> (multi-hop), ARC-Challenge (science), Custom Legal QA</a:t>
            </a:r>
          </a:p>
        </p:txBody>
      </p:sp>
    </p:spTree>
    <p:extLst>
      <p:ext uri="{BB962C8B-B14F-4D97-AF65-F5344CB8AC3E}">
        <p14:creationId xmlns:p14="http://schemas.microsoft.com/office/powerpoint/2010/main" val="2941083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9DCDCBEB-3839-04E5-EA40-D68BA0F0EBED}"/>
              </a:ext>
            </a:extLst>
          </p:cNvPr>
          <p:cNvSpPr/>
          <p:nvPr/>
        </p:nvSpPr>
        <p:spPr>
          <a:xfrm>
            <a:off x="10816060" y="5892052"/>
            <a:ext cx="1334118" cy="953261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6332" t="-3636" b="-15051"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DE2D8-6201-4EA6-14B7-FCC5FF2ED10F}"/>
              </a:ext>
            </a:extLst>
          </p:cNvPr>
          <p:cNvSpPr txBox="1"/>
          <p:nvPr/>
        </p:nvSpPr>
        <p:spPr>
          <a:xfrm>
            <a:off x="1671484" y="280256"/>
            <a:ext cx="9085006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5189"/>
              </a:lnSpc>
              <a:defRPr sz="5189" b="1">
                <a:solidFill>
                  <a:srgbClr val="227C9D"/>
                </a:solidFill>
                <a:latin typeface="Times New Roman Bold"/>
                <a:ea typeface="Times New Roman Bold"/>
                <a:cs typeface="Times New Roman Bold"/>
              </a:defRPr>
            </a:lvl1pPr>
          </a:lstStyle>
          <a:p>
            <a:r>
              <a:rPr lang="en-IN" dirty="0"/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4552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Times New Roman"/>
              </a:defRPr>
            </a:pPr>
            <a:r>
              <a:rPr sz="1600" dirty="0"/>
              <a:t>[1] </a:t>
            </a:r>
            <a:r>
              <a:rPr sz="1600" b="1" dirty="0"/>
              <a:t>Zhao et al. (2026). </a:t>
            </a:r>
            <a:r>
              <a:rPr sz="1600" dirty="0"/>
              <a:t>ACT-R Driven Prompt Engineering. Uses cognitive buffers to standardize few-shot prompt selection and reduce inconsistent agent behavior.</a:t>
            </a:r>
          </a:p>
          <a:p>
            <a:pPr>
              <a:spcAft>
                <a:spcPts val="600"/>
              </a:spcAft>
              <a:defRPr sz="1400">
                <a:latin typeface="Times New Roman"/>
              </a:defRPr>
            </a:pPr>
            <a:r>
              <a:rPr sz="1600" dirty="0"/>
              <a:t>[2] </a:t>
            </a:r>
            <a:r>
              <a:rPr sz="1600" b="1" dirty="0"/>
              <a:t>Garcez et al. (2019). </a:t>
            </a:r>
            <a:r>
              <a:rPr sz="1600" dirty="0"/>
              <a:t>Neural-Symbolic Learning and Reasoning: A Survey and Interpretation. Foundational survey combining neural learning with symbolic logic for explainability.</a:t>
            </a:r>
          </a:p>
          <a:p>
            <a:pPr>
              <a:spcAft>
                <a:spcPts val="600"/>
              </a:spcAft>
              <a:defRPr sz="1400">
                <a:latin typeface="Times New Roman"/>
              </a:defRPr>
            </a:pPr>
            <a:r>
              <a:rPr sz="1600" dirty="0"/>
              <a:t>[3] </a:t>
            </a:r>
            <a:r>
              <a:rPr sz="1600" b="1" dirty="0"/>
              <a:t>Wei et al. (2022). </a:t>
            </a:r>
            <a:r>
              <a:rPr sz="1600" dirty="0"/>
              <a:t>Chain-of-Thought Prompting Elicits Reasoning in Large Language Models. </a:t>
            </a:r>
            <a:r>
              <a:rPr sz="1600" dirty="0" err="1"/>
              <a:t>NeurIPS</a:t>
            </a:r>
            <a:r>
              <a:rPr sz="1600" dirty="0"/>
              <a:t> 2022. Introduces step-by-step prompting to boost multi-step reasoning performance.</a:t>
            </a:r>
          </a:p>
          <a:p>
            <a:pPr>
              <a:spcAft>
                <a:spcPts val="600"/>
              </a:spcAft>
              <a:defRPr sz="1400">
                <a:latin typeface="Times New Roman"/>
              </a:defRPr>
            </a:pPr>
            <a:r>
              <a:rPr sz="1600" dirty="0"/>
              <a:t>[4] </a:t>
            </a:r>
            <a:r>
              <a:rPr sz="1600" b="1" dirty="0"/>
              <a:t>Xu et al. (2025). </a:t>
            </a:r>
            <a:r>
              <a:rPr sz="1600" dirty="0"/>
              <a:t>Mitigating Hallucination in Large Language Models. Reviews reasoning-based hallucination suppression techniques across open-domain settings.</a:t>
            </a:r>
          </a:p>
          <a:p>
            <a:pPr>
              <a:spcAft>
                <a:spcPts val="600"/>
              </a:spcAft>
              <a:defRPr sz="1400">
                <a:latin typeface="Times New Roman"/>
              </a:defRPr>
            </a:pPr>
            <a:r>
              <a:rPr sz="1600" dirty="0"/>
              <a:t>[5] </a:t>
            </a:r>
            <a:r>
              <a:rPr sz="1600" b="1" dirty="0"/>
              <a:t>Anderson &amp; Bothell (2024). </a:t>
            </a:r>
            <a:r>
              <a:rPr sz="1600" dirty="0"/>
              <a:t>Modernizing ACT-R for the Generative Era. Proposes interfacing ACT-R declarative memory buffers with LLMs for real-time symbolic updates without retraining.</a:t>
            </a:r>
          </a:p>
          <a:p>
            <a:pPr>
              <a:spcAft>
                <a:spcPts val="600"/>
              </a:spcAft>
              <a:defRPr sz="1400">
                <a:latin typeface="Times New Roman"/>
              </a:defRPr>
            </a:pPr>
            <a:r>
              <a:rPr sz="1600" dirty="0"/>
              <a:t>[6] </a:t>
            </a:r>
            <a:r>
              <a:rPr sz="1600" b="1" dirty="0"/>
              <a:t>Kossen et al. (2025). </a:t>
            </a:r>
            <a:r>
              <a:rPr sz="1600" dirty="0"/>
              <a:t>Active Inference and ACT-R in LLMs. Applies Bayesian filtering with symbolic cognitive controllers to reduce hallucinations in planning tasks.</a:t>
            </a:r>
          </a:p>
          <a:p>
            <a:pPr>
              <a:spcAft>
                <a:spcPts val="600"/>
              </a:spcAft>
              <a:defRPr sz="1400">
                <a:latin typeface="Times New Roman"/>
              </a:defRPr>
            </a:pPr>
            <a:r>
              <a:rPr sz="1600" dirty="0"/>
              <a:t>[7] </a:t>
            </a:r>
            <a:r>
              <a:rPr sz="1600" b="1" dirty="0"/>
              <a:t>Yao et al. (2023). </a:t>
            </a:r>
            <a:r>
              <a:rPr sz="1600" dirty="0"/>
              <a:t>Tree of Thoughts: Deliberate Problem Solving with Large Language Models. </a:t>
            </a:r>
            <a:r>
              <a:rPr sz="1600" dirty="0" err="1"/>
              <a:t>NeurIPS</a:t>
            </a:r>
            <a:r>
              <a:rPr sz="1600" dirty="0"/>
              <a:t> 2023. Tree-search reasoning framework enabling lookahead and backtracking in LLM inference.</a:t>
            </a:r>
          </a:p>
          <a:p>
            <a:pPr>
              <a:spcAft>
                <a:spcPts val="600"/>
              </a:spcAft>
              <a:defRPr sz="1400">
                <a:latin typeface="Times New Roman"/>
              </a:defRPr>
            </a:pPr>
            <a:r>
              <a:rPr sz="1600" dirty="0"/>
              <a:t>[8] </a:t>
            </a:r>
            <a:r>
              <a:rPr sz="1600" b="1" dirty="0"/>
              <a:t>Bengio et al. (2025). </a:t>
            </a:r>
            <a:r>
              <a:rPr sz="1600" dirty="0"/>
              <a:t>The Path to System 2 AI: World Models. Advocates for latent variable models with symbolic world models to improve causality and planning.</a:t>
            </a:r>
          </a:p>
        </p:txBody>
      </p:sp>
    </p:spTree>
    <p:extLst>
      <p:ext uri="{BB962C8B-B14F-4D97-AF65-F5344CB8AC3E}">
        <p14:creationId xmlns:p14="http://schemas.microsoft.com/office/powerpoint/2010/main" val="1181243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2416</Words>
  <Application>Microsoft Office PowerPoint</Application>
  <PresentationFormat>Widescreen</PresentationFormat>
  <Paragraphs>310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DM Sans</vt:lpstr>
      <vt:lpstr>DM Sans Bold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 Kashyap</dc:creator>
  <cp:lastModifiedBy>Shamanth MS</cp:lastModifiedBy>
  <cp:revision>10</cp:revision>
  <dcterms:created xsi:type="dcterms:W3CDTF">2025-09-09T14:35:07Z</dcterms:created>
  <dcterms:modified xsi:type="dcterms:W3CDTF">2026-05-05T16:53:23Z</dcterms:modified>
</cp:coreProperties>
</file>